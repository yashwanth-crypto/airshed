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SIH26082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Air Pollution–Weather Coupled Forecasting System for Delhi NCR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Disaster Management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&lt;your team ID&gt;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portal)- &lt;your team name&gt;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b="1" lang="en-US" sz="16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CAMS (Copernicus) forecasts Delhi's air days ahead, free — but at 40 km and biased low over India. We do not rebuild that physics; we train a correction layer on top of it.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CAMS supplies the future — winds, transport, regional build-up. Our layer supplies the local — bias correction and sub-grid detail.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b="1" lang="en-US" sz="16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A model trained only on station history is autoregressive and collapses past 24 h. Feeding it a physics forecast of the future fixes that structurally, which is what makes 72 h possible.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Output is the decision, not a number: probability each GRAP stage is reached, with lead time and driver attribution.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b="1" lang="en-US" sz="16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The baseline is external and published, so beating it by a measured margin is a result rather than a claim.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Coupled both ways: pollution also improves the visibility (fog) forecast, measured against airport observations.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b="1" lang="en-US" sz="16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Python · LightGBM · Polars · DuckDB · FastAPI · MapLibre + deck.gl. No GPU and no database server — it runs on one laptop.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All data free: CAMS and GFS via Open-Meteo, CPCB ground truth via OpenAQ (77 NCR stations), METAR visibility, NASA FIRMS fires.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b="1" lang="en-US" sz="16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Ingest → align every source on one hourly UTC index → supervised table → correct → decide → serve. Below the cache nothing makes a network call, so an upstream outage degrades the demo, not kills it.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Direct multi-horizon quantile heads — 3 horizons × 3 quantiles, no recursive rollout. Conformal calibration; wind-aware graph for spatial downscaling; SHAP grouped into human causes.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3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Built and running end-to-end: 77 stations, 9M cached rows, live dashboard with 72 h forecast, historical replay and GRAP probabilities. Zero data cost.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3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Only one winter of trainable ground truth exists, so effects of a few percent cannot yet be separated from noise.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3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CPCB stations go offline; archived and live CAMS differ. Both are measured and stated on the dashboard rather than hidden.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16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Persistence in every results table, whole-season holdout, and rolling-origin folds — a claim smaller than its own spread is reported as 'cannot tell', not as a win.</a:t>
            </a:r>
            <a:r>
              <a:rPr kumimoji="0" lang="en-US" sz="13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Everything is cached and re-runnable offline; a second episode season (Nov 2026) resolves the open questions.</a:t>
            </a:r>
            <a:r>
              <a:rPr kumimoji="0" lang="en-US" sz="13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GRAP measures take days to take effect. We catch Stage III with 72 hours of lead — the difference between a forecast and a warning.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Serves CAQM, DPCC and 30M+ residents of the NCR.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3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Health: earlier school closures, construction halts and advisories during severe episodes.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3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Economic: fewer diverted flights at IGI and fewer highway pile-ups, from fog risk we can forecast three days out.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3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Measured: 31.5% lower error than raw CAMS and 20.6% lower than persistence, on 5 of 5 seasonal folds. The same correction applies to the ministry's own model as easily as to CAMS.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 lang="en-US" sz="16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3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CAMS global forecast — Copernicus Atmosphere Monitoring Service, accessed free and keyless via the Open-Meteo Air Quality API.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3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CPCB CAAQMS ground truth via OpenAQ; GFS meteorology and archived past runs via Open-Meteo's Historical Forecast and Previous Runs APIs.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3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NASA FIRMS VIIRS/MODIS active fire detections for stubble burning; Iowa State IEM archive for measured METAR visibility at VIDP.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3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GRAP stage thresholds transcribed from the CAQM published schedule; CPCB AQI breakpoints for the 24-hour mean.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